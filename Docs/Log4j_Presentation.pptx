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Log4j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Log4j is a Java-based logging framework</a:t>
            </a:r>
          </a:p>
          <a:p>
            <a:r>
              <a:t>• Developed by Apache</a:t>
            </a:r>
          </a:p>
          <a:p>
            <a:r>
              <a:t>• Used to log application events</a:t>
            </a:r>
          </a:p>
          <a:p>
            <a:r>
              <a:t>• Helps in debugging &amp;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Logging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Debugging applications</a:t>
            </a:r>
          </a:p>
          <a:p>
            <a:r>
              <a:t>• Monitoring production systems</a:t>
            </a:r>
          </a:p>
          <a:p>
            <a:r>
              <a:t>• Error tracking</a:t>
            </a:r>
          </a:p>
          <a:p>
            <a:r>
              <a:t>• Performance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Frameworks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Log4j 1.x (Deprecated)</a:t>
            </a:r>
          </a:p>
          <a:p>
            <a:r>
              <a:t>• Log4j2 (Recommended)</a:t>
            </a:r>
          </a:p>
          <a:p>
            <a:r>
              <a:t>• Logback</a:t>
            </a:r>
          </a:p>
          <a:p>
            <a:r>
              <a:t>• SLF4J (Facade)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Log4j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Logger – used to log messages</a:t>
            </a:r>
          </a:p>
          <a:p>
            <a:r>
              <a:t>• Appender – decides output destination</a:t>
            </a:r>
          </a:p>
          <a:p>
            <a:r>
              <a:t>• Layout – defines log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Levels in 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TRACE – Detailed flow</a:t>
            </a:r>
          </a:p>
          <a:p>
            <a:r>
              <a:t>• DEBUG – Debugging info</a:t>
            </a:r>
          </a:p>
          <a:p>
            <a:r>
              <a:t>• INFO – General information</a:t>
            </a:r>
          </a:p>
          <a:p>
            <a:r>
              <a:t>• WARN – Warning messages</a:t>
            </a:r>
          </a:p>
          <a:p>
            <a:r>
              <a:t>• ERROR – Error messages</a:t>
            </a:r>
          </a:p>
          <a:p>
            <a:r>
              <a:t>• FATAL – Critical failure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Level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TRACE &lt; DEBUG &lt; INFO &lt; WARN &lt; ERROR &lt; FATAL</a:t>
            </a:r>
          </a:p>
          <a:p>
            <a:r>
              <a:t>Higher level suppresses lower level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Log4j with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Spring Boot uses Logback by default</a:t>
            </a:r>
          </a:p>
          <a:p>
            <a:r>
              <a:t>• Log4j2 can be integrated</a:t>
            </a:r>
          </a:p>
          <a:p>
            <a:r>
              <a:t>• SLF4J used as abstraction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Log4j2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than Log4j1</a:t>
            </a:r>
          </a:p>
          <a:p>
            <a:r>
              <a:t>• Asynchronous logging</a:t>
            </a:r>
          </a:p>
          <a:p>
            <a:r>
              <a:t>• Better performance</a:t>
            </a:r>
          </a:p>
          <a:p>
            <a:r>
              <a:t>• Secure &amp; flexible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Avoid System.out.println()</a:t>
            </a:r>
          </a:p>
          <a:p>
            <a:r>
              <a:t>• Use correct log levels</a:t>
            </a:r>
          </a:p>
          <a:p>
            <a:r>
              <a:t>• Do not log sensitive data</a:t>
            </a:r>
          </a:p>
          <a:p>
            <a:r>
              <a:t>• Use DEBUG only in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Logging is essential</a:t>
            </a:r>
          </a:p>
          <a:p>
            <a:r>
              <a:t>• Log4j2 is recommended</a:t>
            </a:r>
          </a:p>
          <a:p>
            <a:r>
              <a:t>• Proper log levels improve performance</a:t>
            </a:r>
          </a:p>
          <a:p>
            <a:r>
              <a:t>• SLF4J provides flexibility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