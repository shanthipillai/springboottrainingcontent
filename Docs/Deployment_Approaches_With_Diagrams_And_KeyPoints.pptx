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Application Deployment Approaches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Traditional vs Maven vs Spring Boot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Deployment –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63CB5C-0CA0-6329-7EEB-DA3059961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72" y="1604876"/>
            <a:ext cx="6581775" cy="2800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Approach –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dependency management</a:t>
            </a:r>
          </a:p>
          <a:p>
            <a:pPr lvl="1"/>
            <a:r>
              <a:t>Manual build and deployment</a:t>
            </a:r>
          </a:p>
          <a:p>
            <a:pPr lvl="1"/>
            <a:r>
              <a:t>Requires external web server</a:t>
            </a:r>
          </a:p>
          <a:p>
            <a:pPr lvl="1"/>
            <a:r>
              <a:t>Time‑consuming and error‑prone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Maven Deployment –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83963E-4972-4F28-8FEF-B8266D15C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638" y="1875559"/>
            <a:ext cx="5276157" cy="35942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Maven Approach –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 dependency management</a:t>
            </a:r>
          </a:p>
          <a:p>
            <a:pPr lvl="1"/>
            <a:r>
              <a:t>Standard build lifecycle</a:t>
            </a:r>
          </a:p>
          <a:p>
            <a:pPr lvl="1"/>
            <a:r>
              <a:t>Easy packaging (WAR/JAR)</a:t>
            </a:r>
          </a:p>
          <a:p>
            <a:pPr lvl="1"/>
            <a:r>
              <a:t>External server still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Boot Deployment –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1A5D74-8BEC-B835-0C21-061C227EE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32" y="1786543"/>
            <a:ext cx="5404572" cy="35502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Spring Boot – 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Embedded server (Tomcat/Jetty)</a:t>
            </a:r>
          </a:p>
          <a:p>
            <a:pPr lvl="1"/>
            <a:r>
              <a:t>No WAR or server setup</a:t>
            </a:r>
          </a:p>
          <a:p>
            <a:pPr lvl="1"/>
            <a:r>
              <a:t>Standalone executable JAR</a:t>
            </a:r>
          </a:p>
          <a:p>
            <a:pPr lvl="1"/>
            <a:r>
              <a:t>Fastest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One‑Look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Traditional: Manual build + manual deployment</a:t>
            </a:r>
          </a:p>
          <a:p>
            <a:pPr lvl="1"/>
            <a:r>
              <a:t>Maven: Automated build, external server needed</a:t>
            </a:r>
          </a:p>
          <a:p>
            <a:pPr lvl="1"/>
            <a:r>
              <a:t>Spring Boot: Embedded server, one‑command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118</Words>
  <Application>Microsoft Office PowerPoint</Application>
  <PresentationFormat>On-screen Show (4:3)</PresentationFormat>
  <Paragraphs>24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Application Deployment Approaches</vt:lpstr>
      <vt:lpstr>Traditional Deployment – Diagram</vt:lpstr>
      <vt:lpstr>Traditional Approach – Key Points</vt:lpstr>
      <vt:lpstr>Maven Deployment – Diagram</vt:lpstr>
      <vt:lpstr>Maven Approach – Key Points</vt:lpstr>
      <vt:lpstr>Spring Boot Deployment – Diagram</vt:lpstr>
      <vt:lpstr>Spring Boot – Key Points</vt:lpstr>
      <vt:lpstr>One‑Look Comparison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Shanthi Maradpilli</cp:lastModifiedBy>
  <cp:revision>2</cp:revision>
  <dcterms:created xsi:type="dcterms:W3CDTF">2013-01-27T09:14:16Z</dcterms:created>
  <dcterms:modified xsi:type="dcterms:W3CDTF">2026-02-03T10:52:20Z</dcterms:modified>
  <cp:category/>
</cp:coreProperties>
</file>