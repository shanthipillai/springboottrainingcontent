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@SpringBootApplication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Boot Core Annotation –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@SpringBootApplication?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 annotation to start Spring Boot application</a:t>
            </a:r>
          </a:p>
          <a:p>
            <a:r>
              <a:t>- Placed on main class</a:t>
            </a:r>
          </a:p>
          <a:p>
            <a:r>
              <a:t>- Entry point of Spring Boot app</a:t>
            </a:r>
          </a:p>
          <a:p>
            <a:r>
              <a:t>- Defines configuration, scanning, and auto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@SpringBootApplication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@SpringBootApplication is a combination of:</a:t>
            </a:r>
          </a:p>
          <a:p>
            <a:endParaRPr dirty="0"/>
          </a:p>
          <a:p>
            <a:r>
              <a:rPr dirty="0"/>
              <a:t>- @Configuration</a:t>
            </a:r>
          </a:p>
          <a:p>
            <a:r>
              <a:rPr dirty="0"/>
              <a:t>- @EnableAutoConfiguration</a:t>
            </a:r>
          </a:p>
          <a:p>
            <a:r>
              <a:rPr dirty="0"/>
              <a:t>- @ComponentScan</a:t>
            </a:r>
            <a:endParaRPr lang="en-US" dirty="0"/>
          </a:p>
          <a:p>
            <a:endParaRPr lang="en-IN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204E7-DD82-EE6C-D42D-19BA6BE18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04" y="4484978"/>
            <a:ext cx="7057505" cy="264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Marks class as configuration class</a:t>
            </a:r>
          </a:p>
          <a:p>
            <a:r>
              <a:t>- Used to define beans using @Bean</a:t>
            </a:r>
          </a:p>
          <a:p>
            <a:r>
              <a:t>- Replaces XML based configuration</a:t>
            </a:r>
          </a:p>
          <a:p>
            <a:r>
              <a:t>- Java-based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@EnableAutoConfiguration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Enables Spring Boot auto-configuration</a:t>
            </a:r>
          </a:p>
          <a:p>
            <a:r>
              <a:t>- Configures beans automatically based on:</a:t>
            </a:r>
          </a:p>
          <a:p>
            <a:r>
              <a:t>  • classpath dependencies</a:t>
            </a:r>
          </a:p>
          <a:p>
            <a:r>
              <a:t>  • application.properties</a:t>
            </a:r>
          </a:p>
          <a:p>
            <a:r>
              <a:t>- Reduces manual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@ComponentScan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Scans components automatically</a:t>
            </a:r>
          </a:p>
          <a:p>
            <a:r>
              <a:rPr dirty="0"/>
              <a:t>- Detects:</a:t>
            </a:r>
          </a:p>
          <a:p>
            <a:r>
              <a:rPr dirty="0"/>
              <a:t>  • @Component</a:t>
            </a:r>
          </a:p>
          <a:p>
            <a:r>
              <a:t>  • @Service</a:t>
            </a:r>
          </a:p>
          <a:p>
            <a:r>
              <a:rPr dirty="0"/>
              <a:t>  • @Repository</a:t>
            </a:r>
          </a:p>
          <a:p>
            <a:r>
              <a:rPr dirty="0"/>
              <a:t>  • @Controller</a:t>
            </a:r>
          </a:p>
          <a:p>
            <a:r>
              <a:rPr dirty="0"/>
              <a:t>- Scans current package and sub-packages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Component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Used when components are outside base package</a:t>
            </a:r>
          </a:p>
          <a:p>
            <a:endParaRPr/>
          </a:p>
          <a:p>
            <a:r>
              <a:t>Examples:</a:t>
            </a:r>
          </a:p>
          <a:p>
            <a:r>
              <a:t>@SpringBootApplication(scanBasePackages = "com.app")</a:t>
            </a:r>
          </a:p>
          <a:p>
            <a:r>
              <a:t>@ComponentScan(basePackages = {"com.app", "com.common"})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Spring Boot Startup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1. JVM starts</a:t>
            </a:r>
          </a:p>
          <a:p>
            <a:pPr marL="0" indent="0">
              <a:buNone/>
            </a:pPr>
            <a:r>
              <a:rPr lang="en-IN" dirty="0"/>
              <a:t>2. static blocks execute</a:t>
            </a:r>
          </a:p>
          <a:p>
            <a:pPr marL="0" indent="0">
              <a:buNone/>
            </a:pPr>
            <a:r>
              <a:rPr lang="en-IN" dirty="0"/>
              <a:t>3. main() method starts</a:t>
            </a:r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IN" dirty="0" err="1"/>
              <a:t>SpringApplication.run</a:t>
            </a:r>
            <a:r>
              <a:rPr lang="en-IN" dirty="0"/>
              <a:t>() called</a:t>
            </a:r>
          </a:p>
          <a:p>
            <a:pPr marL="0" indent="0">
              <a:buNone/>
            </a:pPr>
            <a:r>
              <a:rPr lang="en-IN" dirty="0"/>
              <a:t>5. </a:t>
            </a:r>
            <a:r>
              <a:rPr lang="en-IN" dirty="0" err="1"/>
              <a:t>ApplicationContext</a:t>
            </a:r>
            <a:r>
              <a:rPr lang="en-IN" dirty="0"/>
              <a:t> instance CREATED   ✅</a:t>
            </a:r>
          </a:p>
          <a:p>
            <a:pPr marL="0" indent="0">
              <a:buNone/>
            </a:pPr>
            <a:r>
              <a:rPr lang="en-IN" dirty="0"/>
              <a:t>6. </a:t>
            </a:r>
            <a:r>
              <a:rPr lang="en-IN" dirty="0" err="1"/>
              <a:t>ApplicationContextInitializer</a:t>
            </a:r>
            <a:r>
              <a:rPr lang="en-IN" dirty="0"/>
              <a:t> runs</a:t>
            </a:r>
          </a:p>
          <a:p>
            <a:pPr marL="0" indent="0">
              <a:buNone/>
            </a:pPr>
            <a:r>
              <a:rPr lang="en-IN" dirty="0"/>
              <a:t>7. Bean definitions loaded</a:t>
            </a:r>
          </a:p>
          <a:p>
            <a:pPr marL="0" indent="0">
              <a:buNone/>
            </a:pPr>
            <a:r>
              <a:rPr lang="en-IN" dirty="0"/>
              <a:t>8. Auto-configuration applied</a:t>
            </a:r>
          </a:p>
          <a:p>
            <a:pPr marL="0" indent="0">
              <a:buNone/>
            </a:pPr>
            <a:r>
              <a:rPr lang="en-IN" dirty="0"/>
              <a:t>9. Beans instantiated</a:t>
            </a:r>
          </a:p>
          <a:p>
            <a:pPr marL="0" indent="0">
              <a:buNone/>
            </a:pPr>
            <a:r>
              <a:rPr lang="en-IN" dirty="0"/>
              <a:t>10. </a:t>
            </a:r>
            <a:r>
              <a:rPr lang="en-IN" dirty="0" err="1"/>
              <a:t>ApplicationContext</a:t>
            </a:r>
            <a:r>
              <a:rPr lang="en-IN" dirty="0"/>
              <a:t> refreshed</a:t>
            </a:r>
          </a:p>
          <a:p>
            <a:pPr marL="0" indent="0">
              <a:buNone/>
            </a:pPr>
            <a:r>
              <a:rPr lang="en-IN" dirty="0"/>
              <a:t>11. </a:t>
            </a:r>
            <a:r>
              <a:rPr lang="en-IN" dirty="0" err="1"/>
              <a:t>CommandLineRunner</a:t>
            </a:r>
            <a:r>
              <a:rPr lang="en-IN" dirty="0"/>
              <a:t> / </a:t>
            </a:r>
            <a:r>
              <a:rPr lang="en-IN" dirty="0" err="1"/>
              <a:t>ApplicationRunner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Entry point of Spring Boot application</a:t>
            </a:r>
          </a:p>
          <a:p>
            <a:r>
              <a:t>- Combines 3 core annotations</a:t>
            </a:r>
          </a:p>
          <a:p>
            <a:r>
              <a:t>- Enables auto-configuration</a:t>
            </a:r>
          </a:p>
          <a:p>
            <a:r>
              <a:t>- Simplifies development</a:t>
            </a:r>
          </a:p>
          <a:p>
            <a:r>
              <a:t>- Must be placed in root package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266</Words>
  <Application>Microsoft Office PowerPoint</Application>
  <PresentationFormat>On-screen Show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@SpringBootApplication</vt:lpstr>
      <vt:lpstr>What is @SpringBootApplication?</vt:lpstr>
      <vt:lpstr>@SpringBootApplication Internally</vt:lpstr>
      <vt:lpstr>@Configuration</vt:lpstr>
      <vt:lpstr>@EnableAutoConfiguration</vt:lpstr>
      <vt:lpstr>@ComponentScan</vt:lpstr>
      <vt:lpstr>Custom Component Scan</vt:lpstr>
      <vt:lpstr>Spring Boot Startup Flow</vt:lpstr>
      <vt:lpstr>Key Points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Shanthi Maradpilli</dc:creator>
  <cp:keywords/>
  <dc:description>generated using python-pptx</dc:description>
  <cp:lastModifiedBy>Shanthi Maradpilli</cp:lastModifiedBy>
  <cp:revision>3</cp:revision>
  <dcterms:created xsi:type="dcterms:W3CDTF">2013-01-27T09:14:16Z</dcterms:created>
  <dcterms:modified xsi:type="dcterms:W3CDTF">2026-02-10T15:58:39Z</dcterms:modified>
  <cp:category/>
</cp:coreProperties>
</file>