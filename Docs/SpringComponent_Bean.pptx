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@Component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Framework</a:t>
            </a:r>
          </a:p>
          <a:p/>
          <a:p>
            <a:r>
              <a:t>Notes on @Component Annotation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@Component?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@Component is a stereotype annotation in Spring.</a:t>
            </a:r>
          </a:p>
          <a:p/>
          <a:p>
            <a:r>
              <a:t>It marks a Java class as a Spring-managed bean.</a:t>
            </a:r>
          </a:p>
          <a:p/>
          <a:p>
            <a:r>
              <a:t>Spring automatically creates an object of this class and registers it in the Application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do we use @Component?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Enables Spring to manage object lifecycle</a:t>
            </a:r>
          </a:p>
          <a:p>
            <a:r>
              <a:t>• Avoids manual object creation using 'new'</a:t>
            </a:r>
          </a:p>
          <a:p>
            <a:r>
              <a:t>• Supports Dependency Injection</a:t>
            </a:r>
          </a:p>
          <a:p>
            <a:r>
              <a:t>• Helps achieve Inversion of Control (IoC)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How does Spring detect @Component?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uses Component Scanning to detect @Component classes.</a:t>
            </a:r>
          </a:p>
          <a:p/>
          <a:p>
            <a:r>
              <a:t>@SpringBootApplication internally includes @ComponentScan.</a:t>
            </a:r>
          </a:p>
          <a:p/>
          <a:p>
            <a:r>
              <a:t>Spring scans the base package and sub-packages to find @Component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Bean Name of @Component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bean name is the class name with first letter lowercase.</a:t>
            </a:r>
          </a:p>
          <a:p/>
          <a:p>
            <a:r>
              <a:t>Example:</a:t>
            </a:r>
          </a:p>
          <a:p>
            <a:r>
              <a:t>DBConnection → dbConnection</a:t>
            </a:r>
          </a:p>
          <a:p/>
          <a:p>
            <a:r>
              <a:t>Custom name can be given using:</a:t>
            </a:r>
          </a:p>
          <a:p>
            <a:r>
              <a:t>@Component("myDB")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Specialized @Component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@Component has specialized forms for specific layers.</a:t>
            </a:r>
          </a:p>
          <a:p/>
          <a:p>
            <a:r>
              <a:t>• @Service – Business logic layer</a:t>
            </a:r>
          </a:p>
          <a:p>
            <a:r>
              <a:t>• @Repository – Data access layer (DAO)</a:t>
            </a:r>
          </a:p>
          <a:p>
            <a:r>
              <a:t>• @Controller – MVC Controller</a:t>
            </a:r>
          </a:p>
          <a:p>
            <a:r>
              <a:t>• @RestController – REST APIs</a:t>
            </a:r>
          </a:p>
          <a:p/>
          <a:p>
            <a:r>
              <a:t>All these annotations are internally @Component.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@Bean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Framework</a:t>
            </a:r>
          </a:p>
          <a:p/>
          <a:p>
            <a:r>
              <a:t>Notes on @Bean Annotation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@Bean?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@Bean is a method-level annotation in Spring.</a:t>
            </a:r>
          </a:p>
          <a:p/>
          <a:p>
            <a:r>
              <a:t>The object returned by the method is registered as a Spring-managed bean in the Application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Where do we use @Bean?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@Bean is always used inside a @Configuration class.</a:t>
            </a:r>
          </a:p>
          <a:p/>
          <a:p>
            <a:r>
              <a:t>@Configuration tells Spring that this class contains bean definitions.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do we use @Bean?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 control over object creation</a:t>
            </a:r>
          </a:p>
          <a:p>
            <a:r>
              <a:t>• Used for third-party library classes</a:t>
            </a:r>
          </a:p>
          <a:p>
            <a:r>
              <a:t>• Supports conditional bean creation</a:t>
            </a:r>
          </a:p>
          <a:p>
            <a:r>
              <a:t>• Allows custom initialization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Bean Name in @Bean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default, the method name becomes the bean name.</a:t>
            </a:r>
          </a:p>
          <a:p/>
          <a:p>
            <a:r>
              <a:t>Example:</a:t>
            </a:r>
          </a:p>
          <a:p>
            <a:r>
              <a:t>dataSource() → dataSource</a:t>
            </a:r>
          </a:p>
          <a:p/>
          <a:p>
            <a:r>
              <a:t>Custom name can be given using @Bean(name="...")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Dependency Injection with @Bean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automatically injects method parameters.</a:t>
            </a:r>
          </a:p>
          <a:p/>
          <a:p>
            <a:r>
              <a:t>Dependent beans are created first before injection.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@Bean with Conditional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@Bean works well with @Conditional annotations.</a:t>
            </a:r>
          </a:p>
          <a:p/>
          <a:p>
            <a:r>
              <a:t>Bean is created only if the condition is satisfied.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@Bean vs @Component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@Bean – Method level, manual definition</a:t>
            </a:r>
          </a:p>
          <a:p>
            <a:r>
              <a:t>@Component – Class level, auto scanning</a:t>
            </a:r>
          </a:p>
          <a:p/>
          <a:p>
            <a:r>
              <a:t>@Bean is best for external or conditional beans.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Bean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</a:t>
            </a:r>
          </a:p>
          <a:p/>
          <a:p>
            <a:r>
              <a:t>Conditional Bean Creation Annotations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Conditional Bean Creation?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creates beans only when specified conditions are met.</a:t>
            </a:r>
          </a:p>
          <a:p/>
          <a:p>
            <a:r>
              <a:t>Conditions are evaluated during application startup.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@Conditional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conditional annotation in Spring.</a:t>
            </a:r>
          </a:p>
          <a:p/>
          <a:p>
            <a:r>
              <a:t>Used for custom conditions by implementing Condition interface.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@ConditionalOnProperty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bean based on application.properties value.</a:t>
            </a:r>
          </a:p>
          <a:p/>
          <a:p>
            <a:r>
              <a:t>Most commonly used conditional annotation.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@ConditionalOnClass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if a specific class is present in classpath.</a:t>
            </a:r>
          </a:p>
          <a:p/>
          <a:p>
            <a:r>
              <a:t>Widely used in Spring Boot auto-configuration.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@ConditionalOnMissingClass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if a specific class is NOT present.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@ConditionalOnBean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if another bean exists in Application Context.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@ConditionalOnMissingBean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if no other bean of same type/name exists.</a:t>
            </a:r>
          </a:p>
          <a:p/>
          <a:p>
            <a:r>
              <a:t>Used for providing default beans.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@ConditionalOnExpression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Spring Expression Language (SpEL)</a:t>
            </a:r>
          </a:p>
          <a:p>
            <a:r>
              <a:t>to decide bean creation.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@ConditionalOnJava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based on Java version.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@ConditionalOnWebApplication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in web applications.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@ConditionalOnNotWebApplication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 created only in non-web applications.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Where can Conditional be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@Bean methods</a:t>
            </a:r>
          </a:p>
          <a:p>
            <a:r>
              <a:t>• @Component classes</a:t>
            </a:r>
          </a:p>
          <a:p>
            <a:r>
              <a:t>• @Configuration classes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Summary of Conditional Annotations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@ConditionalOnProperty – Property based</a:t>
            </a:r>
          </a:p>
          <a:p>
            <a:r>
              <a:t>@ConditionalOnBean – Bean exists</a:t>
            </a:r>
          </a:p>
          <a:p>
            <a:r>
              <a:t>@ConditionalOnMissingBean – Bean missing</a:t>
            </a:r>
          </a:p>
          <a:p>
            <a:r>
              <a:t>@ConditionalOnClass – Class present</a:t>
            </a:r>
          </a:p>
          <a:p>
            <a:r>
              <a:t>@ConditionalOnMissingClass – Class missing</a:t>
            </a:r>
          </a:p>
          <a:p>
            <a:r>
              <a:t>@ConditionalOnExpression – SpEL</a:t>
            </a:r>
          </a:p>
          <a:p>
            <a:r>
              <a:t>@ConditionalOnJava – Java version</a:t>
            </a:r>
          </a:p>
          <a:p>
            <a:r>
              <a:t>@ConditionalOnWebApplication – Web app</a:t>
            </a:r>
          </a:p>
          <a:p>
            <a:r>
              <a:t>@ConditionalOnNotWebApplication – Non-web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