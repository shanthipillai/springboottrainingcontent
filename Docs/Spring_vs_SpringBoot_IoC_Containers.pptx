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4" r:id="rId4"/>
    <p:sldId id="258" r:id="rId5"/>
    <p:sldId id="275" r:id="rId6"/>
    <p:sldId id="276" r:id="rId7"/>
    <p:sldId id="277" r:id="rId8"/>
    <p:sldId id="278" r:id="rId9"/>
    <p:sldId id="279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80" r:id="rId23"/>
    <p:sldId id="281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20161-310D-4201-9538-0DB033FD99D5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6E4C2-AFCE-4C93-9B05-256B1C585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5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16E4C2-AFCE-4C93-9B05-256B1C5856E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6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&amp; Spring Boot IoC Containers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6 / Spring Boot 3</a:t>
            </a:r>
          </a:p>
          <a:p>
            <a:r>
              <a:t>Interview &amp; Learning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IoC Container?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33F3D-D4A7-4A7C-2018-7511F5669529}"/>
              </a:ext>
            </a:extLst>
          </p:cNvPr>
          <p:cNvSpPr txBox="1"/>
          <p:nvPr/>
        </p:nvSpPr>
        <p:spPr>
          <a:xfrm>
            <a:off x="1039089" y="1405487"/>
            <a:ext cx="67665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IoC</a:t>
            </a:r>
            <a:r>
              <a:rPr lang="en-US" sz="2800" dirty="0"/>
              <a:t> means Spring controls object creation and dependency management instead of the programmer.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 </a:t>
            </a:r>
            <a:r>
              <a:rPr lang="en-US" sz="2800" b="1" dirty="0"/>
              <a:t>don’t create objects using new</a:t>
            </a:r>
            <a:r>
              <a:rPr lang="en-US" sz="2800" dirty="0"/>
              <a:t>, Spring creates and manages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This makes applications: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Loosely coupled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Easy to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Easy to maintain</a:t>
            </a:r>
          </a:p>
          <a:p>
            <a:pPr>
              <a:buNone/>
            </a:pPr>
            <a:r>
              <a:rPr lang="en-US" sz="2800" dirty="0"/>
              <a:t>👉 IoC is implemented using </a:t>
            </a:r>
            <a:r>
              <a:rPr lang="en-US" sz="2800" b="1" dirty="0"/>
              <a:t>Dependency Injection (DI)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53B3D-D57D-44E6-7705-3427AC527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4316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IoC Container</a:t>
            </a:r>
            <a:r>
              <a:rPr lang="en-US" dirty="0"/>
              <a:t> is the </a:t>
            </a:r>
            <a:r>
              <a:rPr lang="en-US" b="1" dirty="0"/>
              <a:t>core of Spring Framework</a:t>
            </a:r>
            <a:r>
              <a:rPr lang="en-US" dirty="0"/>
              <a:t>.</a:t>
            </a:r>
          </a:p>
          <a:p>
            <a:r>
              <a:rPr lang="en-US" dirty="0"/>
              <a:t>It is responsible for:</a:t>
            </a:r>
          </a:p>
          <a:p>
            <a:pPr lvl="1"/>
            <a:r>
              <a:rPr lang="en-US" dirty="0"/>
              <a:t>Creating objects (beans)</a:t>
            </a:r>
          </a:p>
          <a:p>
            <a:pPr lvl="1"/>
            <a:r>
              <a:rPr lang="en-US" dirty="0"/>
              <a:t>Injecting dependencies</a:t>
            </a:r>
          </a:p>
          <a:p>
            <a:pPr lvl="1"/>
            <a:r>
              <a:rPr lang="en-US" dirty="0"/>
              <a:t>Managing bean lifecycle</a:t>
            </a:r>
          </a:p>
          <a:p>
            <a:pPr lvl="1"/>
            <a:r>
              <a:rPr lang="en-US" dirty="0"/>
              <a:t>Managing configuration</a:t>
            </a:r>
          </a:p>
          <a:p>
            <a:r>
              <a:rPr lang="en-US" dirty="0"/>
              <a:t>In short:</a:t>
            </a:r>
          </a:p>
          <a:p>
            <a:r>
              <a:rPr lang="en-US" b="1" dirty="0"/>
              <a:t>IoC Container = Bean Factory + Dependency Manager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26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Spring and Spring Boot use the SAME IoC container</a:t>
            </a:r>
          </a:p>
          <a:p>
            <a:pPr lvl="1"/>
            <a:r>
              <a:rPr dirty="0"/>
              <a:t>No new container introduced in Spring Boot</a:t>
            </a:r>
          </a:p>
          <a:p>
            <a:pPr lvl="1"/>
            <a:r>
              <a:rPr dirty="0"/>
              <a:t>Difference is in creation and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D10D-3F9B-1744-D265-B2200CB6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274638"/>
            <a:ext cx="8229600" cy="1143000"/>
          </a:xfrm>
        </p:spPr>
        <p:txBody>
          <a:bodyPr/>
          <a:lstStyle/>
          <a:p>
            <a:r>
              <a:rPr lang="en-US" dirty="0"/>
              <a:t>Types of Spring IoC Containers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26DCD-F774-A948-A3E1-53FB25D8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589"/>
            <a:ext cx="8229600" cy="4525963"/>
          </a:xfrm>
        </p:spPr>
        <p:txBody>
          <a:bodyPr/>
          <a:lstStyle/>
          <a:p>
            <a:r>
              <a:rPr lang="en-US" b="1" dirty="0"/>
              <a:t>1️⃣ Bean Factory</a:t>
            </a:r>
          </a:p>
          <a:p>
            <a:r>
              <a:rPr lang="en-US" dirty="0"/>
              <a:t>Basic container</a:t>
            </a:r>
          </a:p>
          <a:p>
            <a:r>
              <a:rPr lang="en-US" dirty="0"/>
              <a:t>Uses </a:t>
            </a:r>
            <a:r>
              <a:rPr lang="en-US" b="1" dirty="0"/>
              <a:t>lazy initialization</a:t>
            </a:r>
            <a:r>
              <a:rPr lang="en-US" dirty="0"/>
              <a:t> (bean created only when requested)</a:t>
            </a:r>
          </a:p>
          <a:p>
            <a:r>
              <a:rPr lang="en-US" dirty="0"/>
              <a:t>Lightweight</a:t>
            </a:r>
          </a:p>
          <a:p>
            <a:r>
              <a:rPr lang="en-US" dirty="0"/>
              <a:t>Rarely used in real applications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41E9B-AE9E-2609-FC4A-8D247B44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6" y="5072842"/>
            <a:ext cx="67532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7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E0495-0EBD-D2BC-E11F-A3036BB9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06" y="66820"/>
            <a:ext cx="8229600" cy="1143000"/>
          </a:xfrm>
        </p:spPr>
        <p:txBody>
          <a:bodyPr/>
          <a:lstStyle/>
          <a:p>
            <a:r>
              <a:rPr lang="en-US" dirty="0"/>
              <a:t>Types of Spring IoC Containers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09BA-9DC3-9B54-E940-384F61AB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9254"/>
            <a:ext cx="8229600" cy="5374179"/>
          </a:xfrm>
        </p:spPr>
        <p:txBody>
          <a:bodyPr>
            <a:normAutofit/>
          </a:bodyPr>
          <a:lstStyle/>
          <a:p>
            <a:r>
              <a:rPr lang="en-IN" b="1" dirty="0"/>
              <a:t>Spring 6 – BeanFactory Hierarchy Change (Explained Simply)</a:t>
            </a:r>
          </a:p>
          <a:p>
            <a:r>
              <a:rPr lang="en-IN" b="1" dirty="0"/>
              <a:t>🔹 Before Spring 6 (Old Hierarchy)</a:t>
            </a:r>
          </a:p>
          <a:p>
            <a:r>
              <a:rPr lang="en-IN" dirty="0"/>
              <a:t>Spring had a </a:t>
            </a:r>
            <a:r>
              <a:rPr lang="en-IN" b="1" dirty="0"/>
              <a:t>deep and confusing inheritance chain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43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CE0D-93C0-F505-4915-F798AEEB0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Spring IoC Containers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02A77-0FF4-EDBF-644B-9C6B7E5FF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863181"/>
            <a:ext cx="8143875" cy="2181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99F354-EB59-422F-317D-F0F98099F7CA}"/>
              </a:ext>
            </a:extLst>
          </p:cNvPr>
          <p:cNvSpPr txBox="1"/>
          <p:nvPr/>
        </p:nvSpPr>
        <p:spPr>
          <a:xfrm>
            <a:off x="739833" y="213056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BeanFactory</a:t>
            </a:r>
          </a:p>
          <a:p>
            <a:r>
              <a:rPr lang="en-IN" dirty="0"/>
              <a:t>   └── ListableBeanFactory</a:t>
            </a:r>
          </a:p>
          <a:p>
            <a:r>
              <a:rPr lang="en-IN" dirty="0"/>
              <a:t>         └── ConfigurableBeanFactory</a:t>
            </a:r>
          </a:p>
          <a:p>
            <a:r>
              <a:rPr lang="en-IN" dirty="0"/>
              <a:t>               └── ConfigurableListableBeanFactory</a:t>
            </a:r>
          </a:p>
        </p:txBody>
      </p:sp>
    </p:spTree>
    <p:extLst>
      <p:ext uri="{BB962C8B-B14F-4D97-AF65-F5344CB8AC3E}">
        <p14:creationId xmlns:p14="http://schemas.microsoft.com/office/powerpoint/2010/main" val="1103801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181D-0B29-D2FF-A96C-CBCD35830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Spring IoC Containers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2E981-BCA9-651B-EE6A-41B0D2A0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2️⃣ ApplicationContext (Most Used ✅)</a:t>
            </a:r>
          </a:p>
          <a:p>
            <a:r>
              <a:rPr lang="en-IN" dirty="0"/>
              <a:t>Advanced container (extends BeanFactory)</a:t>
            </a:r>
          </a:p>
          <a:p>
            <a:r>
              <a:rPr lang="en-IN" dirty="0"/>
              <a:t>Uses </a:t>
            </a:r>
            <a:r>
              <a:rPr lang="en-IN" b="1" dirty="0"/>
              <a:t>eager initialization</a:t>
            </a:r>
            <a:r>
              <a:rPr lang="en-IN" dirty="0"/>
              <a:t> (beans created at startup)</a:t>
            </a:r>
          </a:p>
          <a:p>
            <a:r>
              <a:rPr lang="en-IN" dirty="0"/>
              <a:t>Supports:</a:t>
            </a:r>
          </a:p>
          <a:p>
            <a:pPr lvl="1"/>
            <a:r>
              <a:rPr lang="en-IN" dirty="0"/>
              <a:t>AOP</a:t>
            </a:r>
          </a:p>
          <a:p>
            <a:pPr lvl="1"/>
            <a:r>
              <a:rPr lang="en-IN" dirty="0"/>
              <a:t>Event handling</a:t>
            </a:r>
          </a:p>
          <a:p>
            <a:pPr lvl="1"/>
            <a:r>
              <a:rPr lang="en-IN" dirty="0"/>
              <a:t>Internationalization (i18n)</a:t>
            </a:r>
          </a:p>
          <a:p>
            <a:pPr lvl="1"/>
            <a:r>
              <a:rPr lang="en-IN" dirty="0"/>
              <a:t>Annotation-based configuration</a:t>
            </a:r>
          </a:p>
          <a:p>
            <a:r>
              <a:rPr lang="en-IN" dirty="0"/>
              <a:t>Examples: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1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00BE6-FD5E-FAFD-10AD-1AC5DD5F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649A-A3CF-4AC0-A278-DCBA18A1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Spring IoC Containers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D90EFF7-4C4A-D4B0-6B96-8BBAA33D6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172" y="1291677"/>
            <a:ext cx="7391400" cy="2562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00D6C-A0FE-25FC-8919-A29243A64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72" y="3827406"/>
            <a:ext cx="7391400" cy="1043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DAEEF8-7884-9C5F-9A5C-2A0190BA7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73" y="4870941"/>
            <a:ext cx="7391400" cy="171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BeanFactory – core, low-level container</a:t>
            </a:r>
          </a:p>
          <a:p>
            <a:pPr lvl="1"/>
            <a:r>
              <a:rPr dirty="0"/>
              <a:t>ApplicationContext – advanced container</a:t>
            </a:r>
          </a:p>
          <a:p>
            <a:pPr lvl="1"/>
            <a:r>
              <a:rPr dirty="0"/>
              <a:t>ApplicationContext extends BeanFactory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IoC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ApplicationContext is the main container</a:t>
            </a:r>
          </a:p>
          <a:p>
            <a:pPr lvl="1"/>
            <a:r>
              <a:rPr dirty="0"/>
              <a:t>Created manually by developer</a:t>
            </a:r>
          </a:p>
          <a:p>
            <a:pPr lvl="1"/>
            <a:r>
              <a:rPr dirty="0"/>
              <a:t>Supports XML, Java config, annotations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Container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ClassPathXmlApplicationContext</a:t>
            </a:r>
          </a:p>
          <a:p>
            <a:pPr lvl="1"/>
            <a:r>
              <a:t>AnnotationConfigApplicationContext</a:t>
            </a:r>
          </a:p>
          <a:p>
            <a:pPr lvl="1"/>
            <a:r>
              <a:t>Developer controls configuration and scanning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IoC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ApplicationContext internally</a:t>
            </a:r>
          </a:p>
          <a:p>
            <a:pPr lvl="1"/>
            <a:r>
              <a:rPr dirty="0"/>
              <a:t>Created automatically by Spring Boot</a:t>
            </a:r>
          </a:p>
          <a:p>
            <a:pPr lvl="1"/>
            <a:r>
              <a:rPr dirty="0"/>
              <a:t>Developer does not create it manually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14" y="106272"/>
            <a:ext cx="8379229" cy="1143000"/>
          </a:xfrm>
        </p:spPr>
        <p:txBody>
          <a:bodyPr>
            <a:normAutofit fontScale="90000"/>
          </a:bodyPr>
          <a:lstStyle/>
          <a:p>
            <a:r>
              <a:rPr dirty="0"/>
              <a:t>Spring Boot Container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138" y="1166018"/>
            <a:ext cx="8229600" cy="4525963"/>
          </a:xfrm>
        </p:spPr>
        <p:txBody>
          <a:bodyPr/>
          <a:lstStyle/>
          <a:p>
            <a:r>
              <a:rPr dirty="0"/>
              <a:t>Non-web: </a:t>
            </a:r>
            <a:r>
              <a:rPr dirty="0" err="1"/>
              <a:t>AnnotationConfigApplicationContext</a:t>
            </a:r>
            <a:endParaRPr dirty="0"/>
          </a:p>
          <a:p>
            <a:pPr lvl="1"/>
            <a:r>
              <a:rPr dirty="0"/>
              <a:t>Web (MVC): </a:t>
            </a:r>
            <a:r>
              <a:rPr dirty="0" err="1"/>
              <a:t>ServletWebServerApplicationContext</a:t>
            </a:r>
            <a:endParaRPr dirty="0"/>
          </a:p>
          <a:p>
            <a:pPr lvl="1"/>
            <a:r>
              <a:rPr dirty="0"/>
              <a:t>Reactive: </a:t>
            </a:r>
            <a:r>
              <a:rPr dirty="0" err="1"/>
              <a:t>ReactiveWebServerApplicationContext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CA50B-85E0-4248-B6E0-6B505049C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4" y="3339479"/>
            <a:ext cx="8437419" cy="37569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Spring Boot Creates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SpringApplication.run</a:t>
            </a:r>
            <a:r>
              <a:rPr dirty="0"/>
              <a:t>()</a:t>
            </a:r>
          </a:p>
          <a:p>
            <a:pPr lvl="1"/>
            <a:r>
              <a:rPr dirty="0"/>
              <a:t>Detects application type</a:t>
            </a:r>
          </a:p>
          <a:p>
            <a:pPr lvl="1"/>
            <a:r>
              <a:rPr dirty="0"/>
              <a:t>Loads environment &amp; auto-configuration</a:t>
            </a:r>
          </a:p>
          <a:p>
            <a:pPr lvl="1"/>
            <a:r>
              <a:rPr dirty="0"/>
              <a:t>Creates ApplicationContext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Bean Creation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scope is singleton</a:t>
            </a:r>
          </a:p>
          <a:p>
            <a:pPr lvl="1"/>
            <a:r>
              <a:t>Singleton beans are eagerly created</a:t>
            </a:r>
          </a:p>
          <a:p>
            <a:pPr lvl="1"/>
            <a:r>
              <a:t>Prototype beans are created on getBean()</a:t>
            </a:r>
          </a:p>
          <a:p>
            <a:pPr lvl="1"/>
            <a:r>
              <a:t>Same behavior in Spring and Spring Boot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BeanFactory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Low-level IoC container</a:t>
            </a:r>
          </a:p>
          <a:p>
            <a:pPr lvl="1"/>
            <a:r>
              <a:t>Lazy initialization by default</a:t>
            </a:r>
          </a:p>
          <a:p>
            <a:pPr lvl="1"/>
            <a:r>
              <a:t>Beans created only when getBean() is called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IoC container</a:t>
            </a:r>
          </a:p>
          <a:p>
            <a:pPr lvl="1"/>
            <a:r>
              <a:t>Eager initialization of singleton beans</a:t>
            </a:r>
          </a:p>
          <a:p>
            <a:pPr lvl="1"/>
            <a:r>
              <a:t>Supports events, AOP, i18n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Deprecated: XmlBeanFactory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older Spring versions</a:t>
            </a:r>
          </a:p>
          <a:p>
            <a:pPr lvl="1"/>
            <a:r>
              <a:t>Deprecated since Spring 3.1</a:t>
            </a:r>
          </a:p>
          <a:p>
            <a:pPr lvl="1"/>
            <a:r>
              <a:t>Removed in Spring 5 and Spring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Modern Replacement for XmlBeanFactory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DefaultListableBeanFactory</a:t>
            </a:r>
          </a:p>
          <a:p>
            <a:pPr lvl="1"/>
            <a:r>
              <a:t>XmlBeanDefinitionReader</a:t>
            </a:r>
          </a:p>
          <a:p>
            <a:pPr lvl="1"/>
            <a:r>
              <a:t>Separation of container and XML loading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Spring vs Spring Boot IoC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Same ApplicationContext container</a:t>
            </a:r>
          </a:p>
          <a:p>
            <a:pPr lvl="1"/>
            <a:r>
              <a:rPr dirty="0"/>
              <a:t>Spring: manual setup</a:t>
            </a:r>
          </a:p>
          <a:p>
            <a:pPr lvl="1"/>
            <a:r>
              <a:rPr dirty="0"/>
              <a:t>Spring Boot: automatic setup</a:t>
            </a:r>
          </a:p>
          <a:p>
            <a:pPr lvl="1"/>
            <a:r>
              <a:rPr dirty="0"/>
              <a:t>Spring Boot adds auto-configuration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43C7-AE1F-5BE7-0461-A361BD66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BeanFactory vs ApplicationContext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67B25-106B-4219-82C9-981DE3C87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9131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1️⃣ What they are</a:t>
            </a:r>
          </a:p>
          <a:p>
            <a:pPr marL="0" indent="0">
              <a:buNone/>
            </a:pPr>
            <a:r>
              <a:rPr lang="en-US" b="1" dirty="0"/>
              <a:t>BeanFactory</a:t>
            </a:r>
          </a:p>
          <a:p>
            <a:r>
              <a:rPr lang="en-US" b="1" dirty="0"/>
              <a:t>Lowest-level IoC container</a:t>
            </a:r>
            <a:endParaRPr lang="en-US" dirty="0"/>
          </a:p>
          <a:p>
            <a:r>
              <a:rPr lang="en-US" dirty="0"/>
              <a:t>Core interface of Spring</a:t>
            </a:r>
          </a:p>
          <a:p>
            <a:r>
              <a:rPr lang="en-US" dirty="0"/>
              <a:t>Provides </a:t>
            </a:r>
            <a:r>
              <a:rPr lang="en-US" b="1" dirty="0"/>
              <a:t>basic dependency injection</a:t>
            </a:r>
            <a:endParaRPr lang="en-US" dirty="0"/>
          </a:p>
          <a:p>
            <a:r>
              <a:rPr lang="en-US" b="1" dirty="0"/>
              <a:t>ApplicationContext</a:t>
            </a:r>
          </a:p>
          <a:p>
            <a:r>
              <a:rPr lang="en-US" b="1" dirty="0"/>
              <a:t>Advanced IoC container</a:t>
            </a:r>
            <a:endParaRPr lang="en-US" dirty="0"/>
          </a:p>
          <a:p>
            <a:r>
              <a:rPr lang="en-US" dirty="0"/>
              <a:t>Extends BeanFactory</a:t>
            </a:r>
          </a:p>
          <a:p>
            <a:r>
              <a:rPr lang="en-US" dirty="0"/>
              <a:t>Adds enterprise-level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357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F4CC-C7BF-F08E-3A1A-2C526164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C91E-89F2-3925-500D-D6C09DBE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BeanFactory vs ApplicationContext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DE25C18-6F29-7F60-AE7E-46C1B025C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009703"/>
              </p:ext>
            </p:extLst>
          </p:nvPr>
        </p:nvGraphicFramePr>
        <p:xfrm>
          <a:off x="556953" y="1627056"/>
          <a:ext cx="8229599" cy="3139012"/>
        </p:xfrm>
        <a:graphic>
          <a:graphicData uri="http://schemas.openxmlformats.org/drawingml/2006/table">
            <a:tbl>
              <a:tblPr/>
              <a:tblGrid>
                <a:gridCol w="2743199">
                  <a:extLst>
                    <a:ext uri="{9D8B030D-6E8A-4147-A177-3AD203B41FA5}">
                      <a16:colId xmlns:a16="http://schemas.microsoft.com/office/drawing/2014/main" val="312282137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7727136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89415517"/>
                    </a:ext>
                  </a:extLst>
                </a:gridCol>
              </a:tblGrid>
              <a:tr h="57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latin typeface="+mn-lt"/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BeanFactory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ApplicationContext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073001"/>
                  </a:ext>
                </a:extLst>
              </a:tr>
              <a:tr h="57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Default initialization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+mn-lt"/>
                        </a:rPr>
                        <a:t>Lazy</a:t>
                      </a:r>
                      <a:endParaRPr lang="en-IN" sz="2400" dirty="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+mn-lt"/>
                        </a:rPr>
                        <a:t>Eager (singletons)</a:t>
                      </a:r>
                      <a:endParaRPr lang="en-IN" sz="2400"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43150"/>
                  </a:ext>
                </a:extLst>
              </a:tr>
              <a:tr h="57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When bean is 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On getBean()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At context startup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00534"/>
                  </a:ext>
                </a:extLst>
              </a:tr>
              <a:tr h="57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Startup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Slightly 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042011"/>
                  </a:ext>
                </a:extLst>
              </a:tr>
              <a:tr h="579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Error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+mn-lt"/>
                        </a:rPr>
                        <a:t>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+mn-lt"/>
                        </a:rPr>
                        <a:t>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4727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C7A04060-DDBE-3ADA-EFE1-DBB8C26B7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Bean creation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62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IoC container = ApplicationContext</a:t>
            </a:r>
          </a:p>
          <a:p>
            <a:pPr lvl="1"/>
            <a:r>
              <a:rPr dirty="0"/>
              <a:t>BeanFactory is the core abstraction</a:t>
            </a:r>
          </a:p>
          <a:p>
            <a:pPr lvl="1"/>
            <a:r>
              <a:rPr dirty="0"/>
              <a:t>Spring Boot simplifies container setup</a:t>
            </a:r>
          </a:p>
          <a:p>
            <a:pPr lvl="1"/>
            <a:r>
              <a:rPr dirty="0"/>
              <a:t>Modern Spring removed </a:t>
            </a:r>
            <a:r>
              <a:rPr dirty="0" err="1"/>
              <a:t>XmlBeanFactory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540</Words>
  <Application>Microsoft Office PowerPoint</Application>
  <PresentationFormat>On-screen Show (4:3)</PresentationFormat>
  <Paragraphs>133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Spring &amp; Spring Boot IoC Containers</vt:lpstr>
      <vt:lpstr>What is IoC Container?</vt:lpstr>
      <vt:lpstr>PowerPoint Presentation</vt:lpstr>
      <vt:lpstr>Core Truth</vt:lpstr>
      <vt:lpstr>Types of Spring IoC Containers</vt:lpstr>
      <vt:lpstr>Types of Spring IoC Containers</vt:lpstr>
      <vt:lpstr>Types of Spring IoC Containers</vt:lpstr>
      <vt:lpstr>Types of Spring IoC Containers</vt:lpstr>
      <vt:lpstr>Types of Spring IoC Containers</vt:lpstr>
      <vt:lpstr>Container Hierarchy</vt:lpstr>
      <vt:lpstr>Spring IoC Container</vt:lpstr>
      <vt:lpstr>Spring Container Creation</vt:lpstr>
      <vt:lpstr>Spring Boot IoC Container</vt:lpstr>
      <vt:lpstr>Spring Boot Container Implementations</vt:lpstr>
      <vt:lpstr>How Spring Boot Creates Container</vt:lpstr>
      <vt:lpstr>Bean Creation Behavior</vt:lpstr>
      <vt:lpstr>BeanFactory</vt:lpstr>
      <vt:lpstr>ApplicationContext</vt:lpstr>
      <vt:lpstr>Deprecated: XmlBeanFactory</vt:lpstr>
      <vt:lpstr>Modern Replacement for XmlBeanFactory</vt:lpstr>
      <vt:lpstr>Spring vs Spring Boot IoC Containers</vt:lpstr>
      <vt:lpstr>BeanFactory vs ApplicationContext</vt:lpstr>
      <vt:lpstr>BeanFactory vs ApplicationContext</vt:lpstr>
      <vt:lpstr>Final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Shanthi Maradpilli</dc:creator>
  <cp:keywords/>
  <dc:description>generated using python-pptx</dc:description>
  <cp:lastModifiedBy>Shanthi Maradpilli</cp:lastModifiedBy>
  <cp:revision>3</cp:revision>
  <dcterms:created xsi:type="dcterms:W3CDTF">2013-01-27T09:14:16Z</dcterms:created>
  <dcterms:modified xsi:type="dcterms:W3CDTF">2026-02-05T17:42:57Z</dcterms:modified>
  <cp:category/>
</cp:coreProperties>
</file>