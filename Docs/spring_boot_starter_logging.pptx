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8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spring-boot-starter-logging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Provides default logging support in Spring Boot</a:t>
            </a:r>
          </a:p>
          <a:p>
            <a:r>
              <a:t>Automatically included in most Spring Boot projects</a:t>
            </a:r>
          </a:p>
          <a:p>
            <a:r>
              <a:t>No manual configuration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is spring-boot-starter-logging?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Default logging starter in Spring Boot</a:t>
            </a:r>
          </a:p>
          <a:p>
            <a:r>
              <a:t>Comes with spring-boot-starter / spring-boot-starter-web</a:t>
            </a:r>
          </a:p>
          <a:p>
            <a:r>
              <a:t>Configures logging automatically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does it provide?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SLF4J – Logging API</a:t>
            </a:r>
          </a:p>
          <a:p>
            <a:r>
              <a:t>Logback – Logging implementation</a:t>
            </a:r>
          </a:p>
          <a:p>
            <a:r>
              <a:t>Log4j to SLF4J bridge</a:t>
            </a:r>
          </a:p>
          <a:p>
            <a:r>
              <a:t>JUL to SLF4J bridge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 we need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Avoids manual logging setup</a:t>
            </a:r>
          </a:p>
          <a:p>
            <a:r>
              <a:t>Unified logging across libraries</a:t>
            </a:r>
          </a:p>
          <a:p>
            <a:r>
              <a:t>Production-ready defaults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can we do with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log.debug(), info(), warn(), error()</a:t>
            </a:r>
          </a:p>
          <a:p>
            <a:r>
              <a:t>Control log levels via application.properties</a:t>
            </a:r>
          </a:p>
          <a:p>
            <a:r>
              <a:t>Consistent log format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Logger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Logger log = LoggerFactory.getLogger(MyService.class);</a:t>
            </a:r>
          </a:p>
          <a:p>
            <a:r>
              <a:t>log.info("Application started");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Configure Log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logging.level.root=INFO</a:t>
            </a:r>
          </a:p>
          <a:p>
            <a:r>
              <a:t>logging.level.com.myapp=DEBUG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logging.file.name=app.log</a:t>
            </a:r>
          </a:p>
          <a:p>
            <a:r>
              <a:t>Stores logs in a file automatically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When to remove this starter?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076" y="1600200"/>
            <a:ext cx="8229600" cy="4525963"/>
          </a:xfrm>
        </p:spPr>
        <p:txBody>
          <a:bodyPr/>
          <a:lstStyle/>
          <a:p>
            <a:r>
              <a:rPr dirty="0"/>
              <a:t>When using Log4j2 instead of </a:t>
            </a:r>
            <a:r>
              <a:rPr dirty="0" err="1"/>
              <a:t>Logback</a:t>
            </a:r>
            <a:endParaRPr dirty="0"/>
          </a:p>
          <a:p>
            <a:r>
              <a:rPr dirty="0"/>
              <a:t>Exclude starter-logging and add starter-log4j2</a:t>
            </a:r>
            <a:endParaRPr lang="en-US" dirty="0"/>
          </a:p>
          <a:p>
            <a:endParaRPr lang="en-IN" dirty="0"/>
          </a:p>
          <a:p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8D26DEE-4940-08FF-301F-C6A0DA1C6D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981010"/>
              </p:ext>
            </p:extLst>
          </p:nvPr>
        </p:nvGraphicFramePr>
        <p:xfrm>
          <a:off x="756459" y="3131661"/>
          <a:ext cx="8229600" cy="2560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2383685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98417452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79344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logback.xml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log4j2.xml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211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Default in Spring Boot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934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⭐ Excellent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184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Async logging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Native &amp; 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9949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Configuration style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More structured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815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Preferred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427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File naming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RollingPolicy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RollingFile</a:t>
                      </a:r>
                      <a:r>
                        <a:rPr lang="en-IN" dirty="0"/>
                        <a:t> + Policies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425119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30A1F0-6C81-00DB-5FCD-BAFDEABE4C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939339"/>
            <a:ext cx="8229600" cy="506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33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ACF204-3588-BB97-0FE4-8F3C5AE661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0829"/>
          <a:stretch>
            <a:fillRect/>
          </a:stretch>
        </p:blipFill>
        <p:spPr>
          <a:xfrm>
            <a:off x="782290" y="369915"/>
            <a:ext cx="6626726" cy="37033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E2349E-47DF-F3F0-EBB2-CA10A9BB4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90" y="4314306"/>
            <a:ext cx="6593849" cy="176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903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Out-of-the-box logging</a:t>
            </a:r>
          </a:p>
          <a:p>
            <a:r>
              <a:t>Powered by SLF4J + Logback</a:t>
            </a:r>
          </a:p>
          <a:p>
            <a:r>
              <a:t>Zero configuration needed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229</Words>
  <Application>Microsoft Office PowerPoint</Application>
  <PresentationFormat>On-screen Show (4:3)</PresentationFormat>
  <Paragraphs>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spring-boot-starter-logging</vt:lpstr>
      <vt:lpstr>What is spring-boot-starter-logging?</vt:lpstr>
      <vt:lpstr>What does it provide?</vt:lpstr>
      <vt:lpstr>Why do we need it?</vt:lpstr>
      <vt:lpstr>What can we do with it?</vt:lpstr>
      <vt:lpstr>Example Logger Code</vt:lpstr>
      <vt:lpstr>Configure Log Levels</vt:lpstr>
      <vt:lpstr>File Logging</vt:lpstr>
      <vt:lpstr>When to remove this starter?</vt:lpstr>
      <vt:lpstr>PowerPoint Presentation</vt:lpstr>
      <vt:lpstr>PowerPoint Presentation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Shanthi Maradpilli</cp:lastModifiedBy>
  <cp:revision>4</cp:revision>
  <dcterms:created xsi:type="dcterms:W3CDTF">2013-01-27T09:14:16Z</dcterms:created>
  <dcterms:modified xsi:type="dcterms:W3CDTF">2026-02-25T10:27:28Z</dcterms:modified>
  <cp:category/>
</cp:coreProperties>
</file>