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dirty="0"/>
              <a:t>Spring Bean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Common Spring Boot Bean Exceptions</a:t>
            </a:r>
          </a:p>
          <a:p>
            <a:r>
              <a:rPr dirty="0"/>
              <a:t>With Causes &amp; Fixes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NoSuchBeanDefinitionException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Bean not found in Spring container</a:t>
            </a:r>
          </a:p>
          <a:p>
            <a:r>
              <a:t>• Missing @Component/@Service/@Bean</a:t>
            </a:r>
          </a:p>
          <a:p>
            <a:endParaRPr/>
          </a:p>
          <a:p>
            <a:r>
              <a:t>Fix:</a:t>
            </a:r>
          </a:p>
          <a:p>
            <a:r>
              <a:t>• Add @Component/@Service</a:t>
            </a:r>
          </a:p>
          <a:p>
            <a:r>
              <a:t>• Define @Bean in @Configuration</a:t>
            </a:r>
          </a:p>
          <a:p>
            <a:r>
              <a:t>• Check package scanning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UnsatisfiedDependencyException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Dependency injection failed</a:t>
            </a:r>
          </a:p>
          <a:p>
            <a:r>
              <a:t>• Required bean missing</a:t>
            </a:r>
          </a:p>
          <a:p>
            <a:endParaRPr/>
          </a:p>
          <a:p>
            <a:r>
              <a:t>Fix:</a:t>
            </a:r>
          </a:p>
          <a:p>
            <a:r>
              <a:t>• Define missing dependency bean</a:t>
            </a:r>
          </a:p>
          <a:p>
            <a:r>
              <a:t>• Use @Qualifier if multiple beans</a:t>
            </a:r>
          </a:p>
          <a:p>
            <a:r>
              <a:t>• Fix constructor/setter injection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NoUniqueBeanDefinitionException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Multiple beans of same type</a:t>
            </a:r>
          </a:p>
          <a:p>
            <a:endParaRPr/>
          </a:p>
          <a:p>
            <a:r>
              <a:t>Fix:</a:t>
            </a:r>
          </a:p>
          <a:p>
            <a:r>
              <a:t>• Use @Primary</a:t>
            </a:r>
          </a:p>
          <a:p>
            <a:r>
              <a:t>• Use @Qualifier</a:t>
            </a:r>
          </a:p>
          <a:p>
            <a:r>
              <a:t>• Remove unwanted bean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BeanCreationException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Exception in constructor</a:t>
            </a:r>
          </a:p>
          <a:p>
            <a:r>
              <a:t>• Exception in @PostConstruct</a:t>
            </a:r>
          </a:p>
          <a:p>
            <a:endParaRPr/>
          </a:p>
          <a:p>
            <a:r>
              <a:t>Fix:</a:t>
            </a:r>
          </a:p>
          <a:p>
            <a:r>
              <a:t>• Fix runtime exception</a:t>
            </a:r>
          </a:p>
          <a:p>
            <a:r>
              <a:t>• Validate configuration</a:t>
            </a:r>
          </a:p>
          <a:p>
            <a:r>
              <a:t>• Check database or external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BeanInstantiationException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Abstract class or interface</a:t>
            </a:r>
          </a:p>
          <a:p>
            <a:r>
              <a:t>• No default constructor</a:t>
            </a:r>
          </a:p>
          <a:p>
            <a:endParaRPr/>
          </a:p>
          <a:p>
            <a:r>
              <a:t>Fix:</a:t>
            </a:r>
          </a:p>
          <a:p>
            <a:r>
              <a:t>• Use concrete class</a:t>
            </a:r>
          </a:p>
          <a:p>
            <a:r>
              <a:t>• Provide valid constructor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BeanCurrentlyInCreationException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Circular dependency</a:t>
            </a:r>
          </a:p>
          <a:p>
            <a:endParaRPr/>
          </a:p>
          <a:p>
            <a:r>
              <a:t>Fix:</a:t>
            </a:r>
          </a:p>
          <a:p>
            <a:r>
              <a:t>• Use @Lazy</a:t>
            </a:r>
          </a:p>
          <a:p>
            <a:r>
              <a:t>• Refactor design</a:t>
            </a:r>
          </a:p>
          <a:p>
            <a:r>
              <a:t>• Prefer constructor injection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ConflictingBeanDefinitionException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Duplicate bean names</a:t>
            </a:r>
          </a:p>
          <a:p>
            <a:endParaRPr/>
          </a:p>
          <a:p>
            <a:r>
              <a:t>Fix:</a:t>
            </a:r>
          </a:p>
          <a:p>
            <a:r>
              <a:t>• Rename bean</a:t>
            </a:r>
          </a:p>
          <a:p>
            <a:r>
              <a:t>• Remove duplicate @Component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BeanNotOfRequiredTypeException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</a:t>
            </a:r>
          </a:p>
          <a:p>
            <a:r>
              <a:t>• Bean type mismatch</a:t>
            </a:r>
          </a:p>
          <a:p>
            <a:endParaRPr/>
          </a:p>
          <a:p>
            <a:r>
              <a:t>Fix:</a:t>
            </a:r>
          </a:p>
          <a:p>
            <a:r>
              <a:t>• Use correct type</a:t>
            </a:r>
          </a:p>
          <a:p>
            <a:r>
              <a:t>• Check proxy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check 'Caused by'</a:t>
            </a:r>
          </a:p>
          <a:p>
            <a:r>
              <a:t>• Enable debug=true</a:t>
            </a:r>
          </a:p>
          <a:p>
            <a:r>
              <a:t>• Use logging.level.org.springframework=DEBUG</a:t>
            </a:r>
          </a:p>
          <a:p>
            <a:r>
              <a:t>• Constructor injection is mandatory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Bean Exceptions</a:t>
            </a:r>
          </a:p>
          <a:p>
            <a:r>
              <a:t>With Fixes</a:t>
            </a:r>
          </a:p>
          <a:p>
            <a:r>
              <a:t>Happy Learning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246</Words>
  <Application>Microsoft Office PowerPoint</Application>
  <PresentationFormat>On-screen Show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Common Spring Bean Exceptions</vt:lpstr>
      <vt:lpstr>NoSuchBeanDefinitionException</vt:lpstr>
      <vt:lpstr>UnsatisfiedDependencyException</vt:lpstr>
      <vt:lpstr>NoUniqueBeanDefinitionException</vt:lpstr>
      <vt:lpstr>BeanCreationException</vt:lpstr>
      <vt:lpstr>BeanInstantiationException</vt:lpstr>
      <vt:lpstr>BeanCurrentlyInCreationException</vt:lpstr>
      <vt:lpstr>ConflictingBeanDefinitionException</vt:lpstr>
      <vt:lpstr>BeanNotOfRequiredTypeException</vt:lpstr>
      <vt:lpstr>Debugging Tips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Shanthi Maradpilli</cp:lastModifiedBy>
  <cp:revision>2</cp:revision>
  <dcterms:created xsi:type="dcterms:W3CDTF">2013-01-27T09:14:16Z</dcterms:created>
  <dcterms:modified xsi:type="dcterms:W3CDTF">2026-02-18T04:10:43Z</dcterms:modified>
  <cp:category/>
</cp:coreProperties>
</file>